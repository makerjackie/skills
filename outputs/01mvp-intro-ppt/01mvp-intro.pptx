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/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Slide Number Placeholder 5"/>
          <p:cNvSpPr/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685800"/>
            <a:ext cx="1466850" cy="3810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133350" tIns="76200" rIns="133350" bIns="76200"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 实战教程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362200" y="685800"/>
            <a:ext cx="1714500" cy="38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152400" tIns="76200" rIns="152400" bIns="76200"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正在施工中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1200150"/>
            <a:ext cx="1076325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714500"/>
            <a:ext cx="4953000" cy="9144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6450" b="1">
                <a:solidFill>
                  <a:srgbClr val="000000"/>
                </a:solidFill>
              </a:defRPr>
            </a:pPr>
            <a:r>
              <a:rPr sz="6450" b="1">
                <a:solidFill>
                  <a:srgbClr val="000000"/>
                </a:solidFill>
              </a:rPr>
              <a:t>01MVP</a:t>
            </a:r>
            <a:endParaRPr sz="6450" b="1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838450"/>
            <a:ext cx="5905500" cy="7810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190500" tIns="133350" rIns="190500" bIns="133350" anchor="ctr"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Jackie 的 AI 实战教程</a:t>
            </a:r>
            <a:endParaRPr sz="31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3905250"/>
            <a:ext cx="6667500" cy="10477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从 0 到 1 实现你的 MVP，用 AI 做点好玩的</a:t>
            </a:r>
            <a:endParaRPr sz="225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5334000"/>
            <a:ext cx="4762500" cy="3810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B6B6B"/>
                </a:solidFill>
              </a:defRPr>
            </a:pPr>
            <a:r>
              <a:rPr sz="1500" b="0">
                <a:solidFill>
                  <a:srgbClr val="6B6B6B"/>
                </a:solidFill>
              </a:rPr>
              <a:t>Build → Ship → Share → Learn</a:t>
            </a:r>
            <a:endParaRPr sz="1500" b="0">
              <a:solidFill>
                <a:srgbClr val="6B6B6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810750" y="5905500"/>
            <a:ext cx="1428750" cy="3238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100" b="1">
                <a:solidFill>
                  <a:srgbClr val="B8B8B8"/>
                </a:solidFill>
              </a:defRPr>
            </a:pPr>
            <a:r>
              <a:rPr sz="2100" b="1">
                <a:solidFill>
                  <a:srgbClr val="B8B8B8"/>
                </a:solidFill>
              </a:rPr>
              <a:t>01 / 07</a:t>
            </a:r>
            <a:endParaRPr sz="2100" b="1">
              <a:solidFill>
                <a:srgbClr val="B8B8B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55035" y="1917700"/>
            <a:ext cx="3288665" cy="5016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6450" b="1">
                <a:solidFill>
                  <a:srgbClr val="000000"/>
                </a:solidFill>
              </a:defRPr>
            </a:pPr>
            <a:r>
              <a:rPr lang="en-US" sz="4800" b="1">
                <a:solidFill>
                  <a:srgbClr val="000000"/>
                </a:solidFill>
              </a:rPr>
              <a:t>.com</a:t>
            </a:r>
            <a:endParaRPr lang="en-US" sz="48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00050"/>
            <a:ext cx="20955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01MVP / INTRO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838200"/>
            <a:ext cx="1104900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0" y="438150"/>
            <a:ext cx="11430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250" b="1">
                <a:solidFill>
                  <a:srgbClr val="B8B8B8"/>
                </a:solidFill>
              </a:defRPr>
            </a:pPr>
            <a:r>
              <a:rPr sz="2250" b="1">
                <a:solidFill>
                  <a:srgbClr val="B8B8B8"/>
                </a:solidFill>
              </a:rPr>
              <a:t>02</a:t>
            </a:r>
            <a:endParaRPr sz="2250" b="1">
              <a:solidFill>
                <a:srgbClr val="B8B8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191250"/>
            <a:ext cx="1524000" cy="2476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WHY 01MVP</a:t>
            </a:r>
            <a:endParaRPr sz="1050" b="0">
              <a:solidFill>
                <a:srgbClr val="6B6B6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0" y="6096000"/>
            <a:ext cx="1333500" cy="2857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01MVP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1238250"/>
            <a:ext cx="5715000" cy="5715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为什么做 01MVP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962150"/>
            <a:ext cx="4953000" cy="4572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</a:rPr>
              <a:t>AI 变化太快，信息太碎，很多教程只会放大焦虑。</a:t>
            </a:r>
            <a:endParaRPr sz="1800" b="0">
              <a:solidFill>
                <a:srgbClr val="6B6B6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2857500"/>
            <a:ext cx="4953000" cy="3810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读者常见困境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3409950"/>
            <a:ext cx="4953000" cy="5143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01  更新太快，今天学会，明天过时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4095750"/>
            <a:ext cx="4953000" cy="5143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02  工具一大堆，但做不出真正成果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1500" y="4781550"/>
            <a:ext cx="4953000" cy="5143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03  市面内容太营销，缺少可落地路径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1524000"/>
            <a:ext cx="5143500" cy="40957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05600" y="1866900"/>
            <a:ext cx="4381500" cy="4953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chemeClr val="accent1"/>
                </a:solidFill>
              </a:rPr>
              <a:t>珍重读者的时间</a:t>
            </a:r>
            <a:endParaRPr sz="3000" b="1">
              <a:solidFill>
                <a:schemeClr val="accent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05600" y="2609850"/>
            <a:ext cx="4191000" cy="23812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chemeClr val="accent1"/>
                </a:solidFill>
              </a:rPr>
              <a:t>01  不跟风，只推荐真正长期使用的 AI 工作流</a:t>
            </a:r>
            <a:endParaRPr sz="1800" b="0">
              <a:solidFill>
                <a:schemeClr val="accent1"/>
              </a:solidFill>
            </a:endParaRPr>
          </a:p>
          <a:p>
            <a:endParaRPr sz="1800">
              <a:solidFill>
                <a:schemeClr val="accent1"/>
              </a:solidFill>
            </a:endParaRP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chemeClr val="accent1"/>
                </a:solidFill>
              </a:rPr>
              <a:t>02  别废话，先快速上手，再延伸阅读</a:t>
            </a:r>
            <a:endParaRPr sz="1800" b="0">
              <a:solidFill>
                <a:schemeClr val="accent1"/>
              </a:solidFill>
            </a:endParaRPr>
          </a:p>
          <a:p>
            <a:endParaRPr sz="1800">
              <a:solidFill>
                <a:schemeClr val="accent1"/>
              </a:solidFill>
            </a:endParaRP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chemeClr val="accent1"/>
                </a:solidFill>
              </a:rPr>
              <a:t>03  真诚推荐更好的内容，不把注意力浪费在包装上</a:t>
            </a:r>
            <a:endParaRPr sz="1800" b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00050"/>
            <a:ext cx="20955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01MVP / INTRO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838200"/>
            <a:ext cx="1104900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0" y="438150"/>
            <a:ext cx="11430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250" b="1">
                <a:solidFill>
                  <a:srgbClr val="B8B8B8"/>
                </a:solidFill>
              </a:defRPr>
            </a:pPr>
            <a:r>
              <a:rPr sz="2250" b="1">
                <a:solidFill>
                  <a:srgbClr val="B8B8B8"/>
                </a:solidFill>
              </a:rPr>
              <a:t>03</a:t>
            </a:r>
            <a:endParaRPr sz="2250" b="1">
              <a:solidFill>
                <a:srgbClr val="B8B8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191250"/>
            <a:ext cx="1524000" cy="2476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CONTENT MAP</a:t>
            </a:r>
            <a:endParaRPr sz="1050" b="0">
              <a:solidFill>
                <a:srgbClr val="6B6B6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0" y="6096000"/>
            <a:ext cx="1333500" cy="2857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01MVP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1238250"/>
            <a:ext cx="6667500" cy="5715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网站会有什么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943100"/>
            <a:ext cx="7239000" cy="3810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</a:rPr>
              <a:t>主线不是工具堆砌，而是把从入门到发布的路径压缩清楚。</a:t>
            </a:r>
            <a:endParaRPr sz="1800" b="0">
              <a:solidFill>
                <a:srgbClr val="6B6B6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2724150"/>
            <a:ext cx="3333750" cy="131445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895600"/>
            <a:ext cx="2990850" cy="3238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快速开始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352800"/>
            <a:ext cx="2990850" cy="5334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2-3 小时内建立地图，并做出第一个 Demo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86250" y="2724150"/>
            <a:ext cx="3333750" cy="131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457700" y="2895600"/>
            <a:ext cx="29908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基础准备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57700" y="3352800"/>
            <a:ext cx="299085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账号、工具、环境与网络按需展开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01000" y="2724150"/>
            <a:ext cx="3333750" cy="131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72450" y="2895600"/>
            <a:ext cx="29908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案例库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72450" y="3352800"/>
            <a:ext cx="299085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从 10 分钟 Demo 到独立站、Agent 工作流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71500" y="4343400"/>
            <a:ext cx="3333750" cy="131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2950" y="4514850"/>
            <a:ext cx="29908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部署工程化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2950" y="4972050"/>
            <a:ext cx="299085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把代码真正变成可访问产品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286250" y="4343400"/>
            <a:ext cx="3333750" cy="131445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457700" y="4514850"/>
            <a:ext cx="2990850" cy="3238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发布增长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57700" y="4972050"/>
            <a:ext cx="2990850" cy="5334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发布、反馈、SEO、变现与迭代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01000" y="4343400"/>
            <a:ext cx="3333750" cy="131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172450" y="4514850"/>
            <a:ext cx="29908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Mindset &amp; Life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172450" y="4972050"/>
            <a:ext cx="2990850" cy="533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缓解焦虑、管理心力、长期做下去</a:t>
            </a:r>
            <a:endParaRPr sz="135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00050"/>
            <a:ext cx="20955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01MVP / INTRO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838200"/>
            <a:ext cx="1104900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0" y="438150"/>
            <a:ext cx="11430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250" b="1">
                <a:solidFill>
                  <a:srgbClr val="B8B8B8"/>
                </a:solidFill>
              </a:defRPr>
            </a:pPr>
            <a:r>
              <a:rPr sz="2250" b="1">
                <a:solidFill>
                  <a:srgbClr val="B8B8B8"/>
                </a:solidFill>
              </a:rPr>
              <a:t>04</a:t>
            </a:r>
            <a:endParaRPr sz="2250" b="1">
              <a:solidFill>
                <a:srgbClr val="B8B8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191250"/>
            <a:ext cx="1524000" cy="2476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LOOP</a:t>
            </a:r>
            <a:endParaRPr sz="1050" b="0">
              <a:solidFill>
                <a:srgbClr val="6B6B6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0" y="6096000"/>
            <a:ext cx="1333500" cy="2857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01MVP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1238250"/>
            <a:ext cx="7239000" cy="5715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01MVP 的最小闭环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943100"/>
            <a:ext cx="7239000" cy="3810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</a:rPr>
              <a:t>先做出来，再发出去，再拿反馈。不要只停在“我还在准备”。</a:t>
            </a:r>
            <a:endParaRPr sz="1800" b="0">
              <a:solidFill>
                <a:srgbClr val="6B6B6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3181350"/>
            <a:ext cx="137160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114300" tIns="114300" rIns="114300" bIns="114300" anchor="ctr"/>
          <a:lstStyle/>
          <a:p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痛点与用户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981200" y="3448050"/>
            <a:ext cx="190500" cy="3048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</a:rPr>
              <a:t>→</a:t>
            </a:r>
            <a:endParaRPr sz="1950" b="0">
              <a:solidFill>
                <a:srgbClr val="6B6B6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90750" y="3181350"/>
            <a:ext cx="1371600" cy="85725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lIns="114300" tIns="114300" rIns="114300" bIns="114300"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需求描述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00450" y="3448050"/>
            <a:ext cx="190500" cy="3048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</a:rPr>
              <a:t>→</a:t>
            </a:r>
            <a:endParaRPr sz="1950" b="0">
              <a:solidFill>
                <a:srgbClr val="6B6B6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10000" y="3181350"/>
            <a:ext cx="137160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114300" tIns="114300" rIns="114300" bIns="114300" anchor="ctr"/>
          <a:lstStyle/>
          <a:p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原型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19700" y="3448050"/>
            <a:ext cx="190500" cy="3048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</a:rPr>
              <a:t>→</a:t>
            </a:r>
            <a:endParaRPr sz="1950" b="0">
              <a:solidFill>
                <a:srgbClr val="6B6B6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429250" y="3181350"/>
            <a:ext cx="1371600" cy="85725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lIns="114300" tIns="114300" rIns="114300" bIns="114300"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最小可运行版本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38950" y="3448050"/>
            <a:ext cx="190500" cy="3048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</a:rPr>
              <a:t>→</a:t>
            </a:r>
            <a:endParaRPr sz="1950" b="0">
              <a:solidFill>
                <a:srgbClr val="6B6B6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48500" y="3181350"/>
            <a:ext cx="137160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114300" tIns="114300" rIns="114300" bIns="114300" anchor="ctr"/>
          <a:lstStyle/>
          <a:p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部署上线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58200" y="3448050"/>
            <a:ext cx="190500" cy="3048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</a:rPr>
              <a:t>→</a:t>
            </a:r>
            <a:endParaRPr sz="1950" b="0">
              <a:solidFill>
                <a:srgbClr val="6B6B6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3181350"/>
            <a:ext cx="1371600" cy="85725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lIns="114300" tIns="114300" rIns="114300" bIns="114300"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发布反馈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77450" y="3448050"/>
            <a:ext cx="190500" cy="3048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</a:rPr>
              <a:t>→</a:t>
            </a:r>
            <a:endParaRPr sz="1950" b="0">
              <a:solidFill>
                <a:srgbClr val="6B6B6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287000" y="3181350"/>
            <a:ext cx="137160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114300" tIns="114300" rIns="114300" bIns="114300" anchor="ctr"/>
          <a:lstStyle/>
          <a:p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继续迭代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71500" y="4762500"/>
            <a:ext cx="3429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42950" y="4933950"/>
            <a:ext cx="30861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先做小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" y="5391150"/>
            <a:ext cx="30861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能用一个页面讲清楚价值，就别先做十个页面。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286250" y="4762500"/>
            <a:ext cx="3429000" cy="104775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457700" y="4933950"/>
            <a:ext cx="3086100" cy="3238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先做闭环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457700" y="5391150"/>
            <a:ext cx="3086100" cy="2667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至少要能打开、能演示、能发给别人看。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001000" y="4762500"/>
            <a:ext cx="3429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172450" y="4933950"/>
            <a:ext cx="30861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先拿反馈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172450" y="5391150"/>
            <a:ext cx="30861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别靠脑补优化，先让真实用户告诉你哪里有价值。</a:t>
            </a:r>
            <a:endParaRPr sz="135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00050"/>
            <a:ext cx="20955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01MVP / INTRO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838200"/>
            <a:ext cx="1104900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0" y="438150"/>
            <a:ext cx="11430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250" b="1">
                <a:solidFill>
                  <a:srgbClr val="B8B8B8"/>
                </a:solidFill>
              </a:defRPr>
            </a:pPr>
            <a:r>
              <a:rPr sz="2250" b="1">
                <a:solidFill>
                  <a:srgbClr val="B8B8B8"/>
                </a:solidFill>
              </a:rPr>
              <a:t>05</a:t>
            </a:r>
            <a:endParaRPr sz="2250" b="1">
              <a:solidFill>
                <a:srgbClr val="B8B8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191250"/>
            <a:ext cx="1524000" cy="2476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START HERE</a:t>
            </a:r>
            <a:endParaRPr sz="1050" b="0">
              <a:solidFill>
                <a:srgbClr val="6B6B6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0" y="6096000"/>
            <a:ext cx="1333500" cy="2857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01MVP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1238250"/>
            <a:ext cx="7239000" cy="5715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推荐上手顺序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943100"/>
            <a:ext cx="7239000" cy="3810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</a:rPr>
              <a:t>先完成一个最小案例，再逐步升级复杂度，不要一开始挑最难的项目。</a:t>
            </a:r>
            <a:endParaRPr sz="1800" b="0">
              <a:solidFill>
                <a:srgbClr val="6B6B6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2705100"/>
            <a:ext cx="1143000" cy="3810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133350" tIns="76200" rIns="133350" bIns="76200"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 01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47850" y="2571750"/>
            <a:ext cx="371475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019300" y="2743200"/>
            <a:ext cx="33718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环境搭建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19300" y="3200400"/>
            <a:ext cx="3371850" cy="571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一次配好，后续不再折腾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1500" y="3619500"/>
            <a:ext cx="1143000" cy="3810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133350" tIns="76200" rIns="133350" bIns="76200"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 02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847850" y="3486150"/>
            <a:ext cx="3714750" cy="838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019300" y="3657600"/>
            <a:ext cx="3371850" cy="3238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工具选择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019300" y="4114800"/>
            <a:ext cx="337185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精选实用 AI 辅助工具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4533900"/>
            <a:ext cx="1143000" cy="3810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133350" tIns="76200" rIns="133350" bIns="76200"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 03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47850" y="4400550"/>
            <a:ext cx="371475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019300" y="4572000"/>
            <a:ext cx="33718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实战项目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019300" y="5029200"/>
            <a:ext cx="3371850" cy="571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从零构建一个完整 MVP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71500" y="5448300"/>
            <a:ext cx="1143000" cy="3810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133350" tIns="76200" rIns="133350" bIns="76200"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 04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847850" y="5314950"/>
            <a:ext cx="3714750" cy="838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019300" y="5486400"/>
            <a:ext cx="3371850" cy="3238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上线发布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19300" y="5943600"/>
            <a:ext cx="337185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部署上线并获取真实反馈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0" y="2571750"/>
            <a:ext cx="5334000" cy="838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267450" y="2743200"/>
            <a:ext cx="4991100" cy="3238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猫咪补光灯网站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67450" y="3200400"/>
            <a:ext cx="499110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10 分钟  ·  HTML + AI 编程工具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0" y="3486150"/>
            <a:ext cx="53340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67450" y="3657600"/>
            <a:ext cx="49911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做一个自己的文档网站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67450" y="4114800"/>
            <a:ext cx="4991100" cy="571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半天到一天  ·  Next.js + Fumadocs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0" y="4400550"/>
            <a:ext cx="5334000" cy="838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267450" y="4572000"/>
            <a:ext cx="4991100" cy="3238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Cloudflare Worker MVP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67450" y="5029200"/>
            <a:ext cx="499110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1-2 天  ·  可上线网页产品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0" y="5314950"/>
            <a:ext cx="53340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267450" y="5486400"/>
            <a:ext cx="49911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海外独立站 MVP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267450" y="5943600"/>
            <a:ext cx="4991100" cy="571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2-5 天  ·  Web + 支付 + 内容页</a:t>
            </a:r>
            <a:endParaRPr sz="135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00050"/>
            <a:ext cx="20955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01MVP / INTRO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838200"/>
            <a:ext cx="1104900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0" y="438150"/>
            <a:ext cx="11430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250" b="1">
                <a:solidFill>
                  <a:srgbClr val="B8B8B8"/>
                </a:solidFill>
              </a:defRPr>
            </a:pPr>
            <a:r>
              <a:rPr sz="2250" b="1">
                <a:solidFill>
                  <a:srgbClr val="B8B8B8"/>
                </a:solidFill>
              </a:rPr>
              <a:t>06</a:t>
            </a:r>
            <a:endParaRPr sz="2250" b="1">
              <a:solidFill>
                <a:srgbClr val="B8B8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191250"/>
            <a:ext cx="1524000" cy="2476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BRAND</a:t>
            </a:r>
            <a:endParaRPr sz="1050" b="0">
              <a:solidFill>
                <a:srgbClr val="6B6B6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0" y="6096000"/>
            <a:ext cx="1333500" cy="2857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01MVP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1238250"/>
            <a:ext cx="8191500" cy="5715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01MVP 为什么长这样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943100"/>
            <a:ext cx="8191500" cy="3810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</a:rPr>
              <a:t>不是为了好看，是为了能用。让内容更容易被理解，也更容易推动行动。</a:t>
            </a:r>
            <a:endParaRPr sz="1800" b="0">
              <a:solidFill>
                <a:srgbClr val="6B6B6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2667000"/>
            <a:ext cx="4000500" cy="24765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266700" tIns="266700" rIns="266700" bIns="266700" anchor="ctr"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黑白灰</a:t>
            </a:r>
            <a:endParaRPr sz="3150" b="1">
              <a:solidFill>
                <a:srgbClr val="FFFFFF"/>
              </a:solidFill>
            </a:endParaRPr>
          </a:p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强边框</a:t>
            </a:r>
            <a:endParaRPr sz="3150" b="1">
              <a:solidFill>
                <a:srgbClr val="FFFFFF"/>
              </a:solidFill>
            </a:endParaRPr>
          </a:p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等宽字体</a:t>
            </a:r>
            <a:endParaRPr sz="31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53000" y="2667000"/>
            <a:ext cx="2857500" cy="1123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124450" y="2838450"/>
            <a:ext cx="25146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适合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124450" y="3295650"/>
            <a:ext cx="2514600" cy="3429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教程文档</a:t>
            </a:r>
            <a:endParaRPr sz="1350" b="0">
              <a:solidFill>
                <a:srgbClr val="000000"/>
              </a:solidFill>
            </a:endParaRP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实战分享</a:t>
            </a:r>
            <a:endParaRPr sz="1350" b="0">
              <a:solidFill>
                <a:srgbClr val="000000"/>
              </a:solidFill>
            </a:endParaRP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产品导览</a:t>
            </a:r>
            <a:endParaRPr sz="1350" b="0">
              <a:solidFill>
                <a:srgbClr val="000000"/>
              </a:solidFill>
            </a:endParaRPr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Workshop 海报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96250" y="2667000"/>
            <a:ext cx="3333750" cy="112395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67700" y="2838450"/>
            <a:ext cx="2990850" cy="3238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不属于 01MVP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67700" y="3295650"/>
            <a:ext cx="2990850" cy="3429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渐变、玻璃、圆角气泡、多中心布局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953000" y="4095750"/>
            <a:ext cx="6477000" cy="1047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124450" y="4267200"/>
            <a:ext cx="61341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一句话定义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24450" y="4724400"/>
            <a:ext cx="61341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Monochrome hardcore minimalism with strong borders, technical typography, modular layout, and decisive editorial hierarchy.</a:t>
            </a:r>
            <a:endParaRPr sz="135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400050"/>
            <a:ext cx="20955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01MVP / INTRO</a:t>
            </a:r>
            <a:endParaRPr sz="1350" b="1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838200"/>
            <a:ext cx="11049000" cy="571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0" y="438150"/>
            <a:ext cx="1143000" cy="4000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2250" b="1">
                <a:solidFill>
                  <a:srgbClr val="B8B8B8"/>
                </a:solidFill>
              </a:defRPr>
            </a:pPr>
            <a:r>
              <a:rPr sz="2250" b="1">
                <a:solidFill>
                  <a:srgbClr val="B8B8B8"/>
                </a:solidFill>
              </a:rPr>
              <a:t>07</a:t>
            </a:r>
            <a:endParaRPr sz="2250" b="1">
              <a:solidFill>
                <a:srgbClr val="B8B8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6191250"/>
            <a:ext cx="1524000" cy="2476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6B6B6B"/>
                </a:solidFill>
              </a:defRPr>
            </a:pPr>
            <a:r>
              <a:rPr sz="1050" b="0">
                <a:solidFill>
                  <a:srgbClr val="6B6B6B"/>
                </a:solidFill>
              </a:rPr>
              <a:t>ABOUT JACKIE</a:t>
            </a:r>
            <a:endParaRPr sz="1050" b="0">
              <a:solidFill>
                <a:srgbClr val="6B6B6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0" y="6096000"/>
            <a:ext cx="1333500" cy="28575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01MVP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1238250"/>
            <a:ext cx="5905500" cy="5715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关于 Jackie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943100"/>
            <a:ext cx="6667500" cy="381000"/>
          </a:xfrm>
          <a:prstGeom prst="rect">
            <a:avLst/>
          </a:prstGeom>
          <a:solidFill>
            <a:srgbClr val="F7F7F5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</a:rPr>
              <a:t>把自己从 0 到 1 做产品的经验，整理成一套少讲概念、多给路径的 AI 教程。</a:t>
            </a:r>
            <a:endParaRPr sz="1800" b="0">
              <a:solidFill>
                <a:srgbClr val="6B6B6B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" y="2686050"/>
            <a:ext cx="2095500" cy="2095500"/>
          </a:xfrm>
          <a:prstGeom prst="round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3048000" y="2686050"/>
            <a:ext cx="5048250" cy="209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219450" y="2857500"/>
            <a:ext cx="47053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作者简介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219450" y="3314700"/>
            <a:ext cx="4705350" cy="1314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前 AI 算法工程师，现独立开发者，也是周周黑客松的发起人。</a:t>
            </a:r>
            <a:endParaRPr sz="1350" b="0">
              <a:solidFill>
                <a:srgbClr val="000000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01MVP 的目标不是让你囤积工具，而是帮你更快完成 Build → Ship → Share 的闭环，拿到真实反馈。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0" y="2686050"/>
            <a:ext cx="3048000" cy="20955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53450" y="2857500"/>
            <a:ext cx="2705100" cy="3238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下一步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53450" y="3314700"/>
            <a:ext cx="2705100" cy="13144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打开 01mvp.com</a:t>
            </a:r>
            <a:endParaRPr sz="1350" b="0">
              <a:solidFill>
                <a:srgbClr val="FFFFFF"/>
              </a:solidFill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先看 /docs/start</a:t>
            </a:r>
            <a:endParaRPr sz="1350" b="0">
              <a:solidFill>
                <a:srgbClr val="FFFFFF"/>
              </a:solidFill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先做一个能打开、能分享、能被别人使用的小东西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71500" y="5372100"/>
            <a:ext cx="10858500" cy="62865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txBody>
          <a:bodyPr lIns="228600" tIns="95250" rIns="228600" bIns="95250" anchor="ctr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先做出来，再发出去。别把自己卡在“我还在准备”。</a:t>
            </a:r>
            <a:endParaRPr sz="22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1MVP">
  <a:themeElements>
    <a:clrScheme name="01MVP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000000"/>
      </a:accent1>
      <a:accent2>
        <a:srgbClr val="6B6B6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01MV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01MVP">
  <a:themeElements>
    <a:clrScheme name="01MVP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000000"/>
      </a:accent1>
      <a:accent2>
        <a:srgbClr val="6B6B6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01MV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WPS 文字</Application>
  <PresentationFormat>Converted Presentation</PresentationFormat>
  <Paragraphs>239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Helvetica Neue</vt:lpstr>
      <vt:lpstr>SimSun</vt:lpstr>
      <vt:lpstr>汉仪书宋二KW</vt:lpstr>
      <vt:lpstr>Microsoft YaHei</vt:lpstr>
      <vt:lpstr>汉仪旗黑</vt:lpstr>
      <vt:lpstr>Arial Unicode MS</vt:lpstr>
      <vt:lpstr>Calibri Light</vt:lpstr>
      <vt:lpstr>01MVP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jackie肖鉴津</cp:lastModifiedBy>
  <cp:revision>1</cp:revision>
  <dcterms:created xsi:type="dcterms:W3CDTF">2026-04-21T08:53:54Z</dcterms:created>
  <dcterms:modified xsi:type="dcterms:W3CDTF">2026-04-21T08:53:54Z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902AA5915615150B223BE7697387C4EC_42</vt:lpwstr>
  </property>
</Properties>
</file>